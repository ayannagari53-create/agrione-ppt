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3840480" cy="384048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HACKATHON / COLLEGE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Segoe UI"/>
              </a:defRPr>
            </a:pPr>
            <a:r>
              <a:t>SILENT CODERS</a:t>
            </a:r>
          </a:p>
          <a:p>
            <a:pPr>
              <a:spcBef>
                <a:spcPts val="600"/>
              </a:spcBef>
              <a:defRPr sz="1900" b="1">
                <a:solidFill>
                  <a:srgbClr val="06B6D4"/>
                </a:solidFill>
                <a:latin typeface="Segoe UI"/>
              </a:defRPr>
            </a:pPr>
            <a:r>
              <a:t>AgriOne – Intelligent Digital Agriculture Platform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AI-Driven Ecosystem for Real-Time Agricultural Decision Support</a:t>
            </a:r>
          </a:p>
        </p:txBody>
      </p:sp>
      <p:pic>
        <p:nvPicPr>
          <p:cNvPr id="5" name="Picture 4" descr="silent_coder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822960"/>
            <a:ext cx="329184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122C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★ TEAM LEADER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Iyaan Nagari</a:t>
            </a:r>
          </a:p>
          <a:p>
            <a:pPr>
              <a:spcBef>
                <a:spcPts val="200"/>
              </a:spcBef>
              <a:defRPr sz="1100">
                <a:solidFill>
                  <a:srgbClr val="06B6D4"/>
                </a:solidFill>
                <a:latin typeface="Segoe UI"/>
              </a:defRPr>
            </a:pPr>
            <a:r>
              <a:t>Team Lead • System Architecture &amp; Project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3429000" cy="15087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TEAM MEMBER 01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Bhuvan Kadakabhavi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Team Member • Silent Coders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709160"/>
            <a:ext cx="3429000" cy="15087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TEAM MEMBER 02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Jafar Momin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Team Member • Silent Coders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4709160"/>
            <a:ext cx="3429000" cy="15087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TEAM MEMBER 03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Aiman Nadaf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Team Member • Silent Coders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02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AgriOne – Intelligent Digital Agriculture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“AI-Powered Intelligence for Smarter Farming.”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217920" cy="210312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588873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The Core Mission of AgriOne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AgriOne is an intelligent digital agriculture platform connecting farmers with cutting-edge AI and real-time agricultural intelligence.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Combines crop health analysis, weather patterns, soil dynamics, mandi market intelligence, and farm management tools.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Transforms raw farm telemetry into simple, actionable daily decisions within one unified ecosystem.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6217920" cy="2377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CORE VALUE CHAIN 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Farmer  ➔  Data  ➔  AI + Rule Engine  ➔  Insights  ➔  Better Decisions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Farmer: Ground reality, observations, crops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Data: Soil, weather, satellites, mandi prices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AI + Rule Engine: Neural models &amp; validated agronomy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Insights: Precise forecasts &amp; health diagnoses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Better Decisions: Maximized yield &amp; reduced risk</a:t>
            </a:r>
          </a:p>
        </p:txBody>
      </p:sp>
      <p:pic>
        <p:nvPicPr>
          <p:cNvPr id="11" name="Picture 10" descr="agrion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2785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03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Problems Faced by Modern Farmers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Major hurdles that cause financial loss, yield reduction, and operational uncertainty.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01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Unpredictable Weather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Sudden climate variations destroy unharvested crops without early localized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69164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02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Crop Disease Identification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Delayed or incorrect pest diagnosis leads to rampant crop failure and toxic chemical misuse.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69164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03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Improper Irrigation Decisions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Over-watering or underwatering degrades soil health and wastes scarce water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169164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04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Soil Health Uncertainty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Lack of accessible soil testing leaves farmers unaware of critical N-P-K nutrient deficits.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169164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05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Fragmented Information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Farming data is scattered across isolated apps, TV broadcasts, and hearsay.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06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Mandi Price Opacity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Middlemen exploit lack of real-time market transparency, slashing farmer profits.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402336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07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Supply-Chain Bottlenecks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Inefficient transport logistics cause massive post-harvest spoilage.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402336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08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Limited Expert Access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Agronomists and agricultural university extension centers are distant and understaffed.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402336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09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Language &amp; Tech Barriers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Complex English software alienates rural and regional language speakers.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4023360"/>
            <a:ext cx="2029968" cy="21488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ISSUE 10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Manual Farm Management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Paper-based tracking results in forgotten schedules, missed spray cycles, and disorganized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04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is AgriOne?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A unified intelligent ecosystem bridging scientific agronomy with practical farm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122C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CORE ARCHITECTURAL PHILOSOPHY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“AI interprets ➔ Rule Engine validates &amp; calculates ➔ AgriOne provides actionable decisions”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3429000" cy="3520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53512"/>
            <a:ext cx="3099816" cy="3191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01. AI Interprets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Natural language query comprehension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Multi-modal crop disease image scanning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Contextual conversational understanding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Extracts intent, location, crop &amp; soil nuances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788920"/>
            <a:ext cx="3429000" cy="3520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953512"/>
            <a:ext cx="3099816" cy="3191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02. Rule Engine Validates &amp; Calculates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Mathematical agronomy equations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Threshold validation for moisture &amp; weather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Fertilizer N-P-K requirement calculation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Strict agricultural safety boundary enforcement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788920"/>
            <a:ext cx="3429000" cy="3520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953512"/>
            <a:ext cx="3099816" cy="3191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03. Actionable Decisions Delivered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Instant farmer advisory in native languages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Precision irrigation timer recommendations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Tailored organic &amp; chemical spray guidance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High-profit market selling time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ECOSYSTEM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05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Complete AgriOne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A central intelligence hub connecting 18 specialized agricultural pillars.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#01  AI Farmer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45920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#02  Crop Health &amp; Disease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#03  Smart Irrigation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14016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#04  Weather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414016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#05  Crop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414016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#06  Soil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82112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#07  Crop Recommendation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3182112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#08  Mandi / Market Prices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182112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#09  Farm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50208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#10  Supply 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3950208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#11  Marketplace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3950208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#12  Livestock &amp; Dairy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18304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#13  Satellite &amp; Drone Intel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4718304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#14  Sustainable Farming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718304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#15  Finance &amp; Insurance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#16  Analytics &amp; Trends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5486400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#17  AI Voice Interaction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5486400"/>
            <a:ext cx="3429000" cy="6400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#18  Multilingual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FARMER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06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Personalized Farm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One consolidated real-time screen tracking every vital parameter of the farm.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Farm Overview &amp; Acreage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Boundaries: 4.8 Hectares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Active parcels: 3 zones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Current status: Active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9164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85623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Location &amp; GPS Setup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Geo-tagged: Dharwad, Karnataka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Coordinates: 15.45° N, 75.00° 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Elevation &amp; Agro-zone calibrated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5623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Crop &amp; Variety Profile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Primary: Soybeans (JS-335)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Secondary: Wheat (HD-2967)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Stage: Vegetative (Day 42)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9164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85623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Soil &amp; Nutrition Index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Soil Type: Medium Black Soil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Moisture: 42% (Optimal)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NPK: N-Medium, P-High, K-Adequate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3367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Smart Irrigation Status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Next Cycle: 06:00 AM Tomorrow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Water Volume: 12,000 Liters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Mode: Automated Drip Calculation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8144" y="406908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423367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Weather &amp; Microclimate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Temp: 29°C | Humidity: 68%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Precipitation probability: 15%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Wind: 9 km/h North-East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406908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3367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Crop Health Scanner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Health Index: 94% Healthy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Recent scans: 2 images analyzed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Alert: Mild leaf spot detected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51392" y="4069080"/>
            <a:ext cx="2542032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4233672"/>
            <a:ext cx="22128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Daily Farm Operations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Tasks Pending: 2 Field Activities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Fertigation scheduled in 48h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Equipment ready: Tractor &amp; Sprayer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LOCATION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07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Location-Aware Agriculture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Hyper-local parameters drive precision insights down to the farmer's specific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3152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CORE FLOW:  Location  ➔  Farm  ➔  Weather  ➔  Crop  ➔  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3429000" cy="3749039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3099816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1. Farmer Selects Location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Seamless village, taluk, and district search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Instant GPS pinpointing with one tap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Geo-boundary polygon mapping on satellite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606040"/>
            <a:ext cx="3429000" cy="3749039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770632"/>
            <a:ext cx="3099816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2. Agro-Climatic Intelligence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Auto-fetches agro-climatic sub-zone data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Integrates local historical monsoon records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Retrieves state and regional government mandates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606040"/>
            <a:ext cx="3429000" cy="3749039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770632"/>
            <a:ext cx="3099816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3. Precision Farm Profiling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Binds soil characteristics to elevation data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Tailors weather forecast to local field radius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Enables personalized crop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08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Your AI Agricultural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Intelligent agronomic advice answering the actual questions asked by the farmer.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Real Farmer Queries Handled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“Why are my tomato leaves curling and developing brown spots?”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“Should I irrigate my wheat field tomorrow given the rain forecast?”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“What is the recommended NPK fertilizer dosage for black soil cotton?”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“Which mandi is offering the highest price for soybean within 50 km?”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“How can I manage stem borers organically without costly chemicals?”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— Answers actual user questions with domain rigor, not generic canned responses.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Assistant Capabilities &amp; Guardrails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Multi-Domain Knowledge: Agronomy, botany, meteorology &amp; economics.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Context-Aware Memory: Knows the farmer's soil, crop stage, and location.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Rule-Engine Grounding: Cross-verifies chemical dosage with safe limits.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Actionable Guidance: Step-by-step instructions with exact timings.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Follow-Up Continuity: Retains conversational context across sessions.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Multi-modal: Understands both voice queries and uploaded leaf photos.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VOICE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09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Talk to AgriOne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Enabling frictionless hands-free farming advisory right in the muddy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22C2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END-TO-END VOICE PIPELINE</a:t>
            </a:r>
          </a:p>
          <a:p>
            <a:pPr>
              <a:spcBef>
                <a:spcPts val="3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Voice Input  ➔  AI Understanding  ➔  Agronomic Processing  ➔  Voice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3429000" cy="365760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62072"/>
            <a:ext cx="3099816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Speech Recognition (ASR)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Trained for rural dialects &amp; regional accents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Filters ambient background tractor &amp; wind noise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High accuracy on regional agricultural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697480"/>
            <a:ext cx="3429000" cy="365760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862072"/>
            <a:ext cx="3099816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Intent &amp; Agronomy Engine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Decodes phonetic spelling of crop &amp; pesticide names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Executes soil &amp; weather validation logic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Prepares concise, easily listenable answers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697480"/>
            <a:ext cx="3429000" cy="365760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862072"/>
            <a:ext cx="3099816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Natural Text-to-Speech (TTS)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Human-like regional voice synthesis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Speaks in farmer's chosen native language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Completely hands-free operation in the field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10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Agriculture Without Language Barriers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“One Platform. Multiple Languages. Better Accessibility.”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When a farmer switches language, the entire ecosystem adapts synchronously: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3429000" cy="36118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07792"/>
            <a:ext cx="30998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Full UI &amp; Navigation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Dashboard labels &amp; metrics translate dynamically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Action buttons &amp; form inputs switch instantly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Culturally intuitive iconography for effortless navigation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743200"/>
            <a:ext cx="3429000" cy="36118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907792"/>
            <a:ext cx="30998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Conversational AI Support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AI assistant reads &amp; responds in the selected tongue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Preserves local colloquial farming expressions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Explains complex agricultural advice in simple words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743200"/>
            <a:ext cx="3429000" cy="36118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907792"/>
            <a:ext cx="30998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Voice In &amp; Voice Out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Speaks back to the farmer in their chosen dialect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Supports low-literacy farmers through audio-first design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Breaks the digital divide across rural communities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11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AI Crop Health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Instant disease diagnosis and treatment recommendations from real camera photos.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Image Upload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Farmer uploads an actual leaf/crop photograph from field camera.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AI Analysis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Deep neural network evaluates leaf lesions, discoloration, and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Identification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Identifies exact disease pathogen (fungal, bacterial, viral, or pest).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4. Assessment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Determines disease severity percentage and infection stage.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5. Possible Cause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Pinpoints underlying causes: humidity spikes, soil pathogens, or nutrient lack.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6. Action Plan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Generates chemical/organic remedies, dosage per liter, and spray timetable.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12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Intelligent Water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Crop + Soil + Weather + Moisture ➔ AI / Rule Engine ➔ Irrigation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Inputs Analyzed for Irrigation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Crop Phenology: Current growth stage (e.g. flowering requires higher water, maturity requires less).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Soil Water Capacity: Sandy vs clay vs black soil infiltration rates.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Weather Forecast: Postpones irrigation if rainfall &gt; 10mm is forecast within 24h.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Moisture Telemetry: Real-time sensor readings or evapotranspiration calculations.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Prevents root rot from over-watering while protecting against moisture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Operational Highlights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Efficient Water Conservation: Saves 30% to 40% of agricultural water.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Smart Scheduling: Recommends early morning/evening irrigation to reduce evaporation loss.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Pump Energy Optimization: Minimizes electricity consumption during peak tariff hours.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Actionable Schedule: 'Run Drip Line Zone A for 45 minutes at 06:00 AM tomorrow'.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Automated Alerts: Push notifications sent when soil hits critical wilting threshold.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MICROCLIMATE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13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From Weather Data to Farming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Weather Data ➔ AI Interpretation ➔ Concrete Farmer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Temperature &amp; Heat Index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Monitors heatwaves; advises foliar anti-transpirant sprays during extreme thermal stress.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AgriOne Translation: Converts raw mm/kmh numbers into exact farmer action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2687" y="185623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Precipitation &amp; Rain Probability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7-day localized rainfall forecast prevents fertilizer wash-off and saves irrigation costs.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AgriOne Translation: Converts raw mm/kmh numbers into exact farmer action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Relative Humidity &amp; Dew Point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Elevated humidity triggers early warnings for high-risk fungal blight outbreaks.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AgriOne Translation: Converts raw mm/kmh numbers into exact farmer action instructions.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2687" y="432511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Wind Velocity &amp; Direction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Advises whether aerial or tractor spray operations can proceed without spray drift.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AgriOne Translation: Converts raw mm/kmh numbers into exact farmer action instructions.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AGRONOMY &amp;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14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Understand Your Soil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Soil Data ➔ Analysis ➔ Crop Suitability ➔ Precision Nutrient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Soil Characteristics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Soil Texture &amp; Type (Black, Red, Loamy, Sandy)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pH Level &amp; Electrical Conductivity (EC)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Organic Carbon (OC) percentage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Nutrient Balances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Primary Nutrients: Nitrogen (N), Phosphorus (P), Potassium (K)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Secondary &amp; Micronutrients: Zinc, Iron, Sulfur, Boron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Deficiency detection vs crop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Actionable Output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Custom fertilizer blend calculation per acre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Organic amendment recommendations (Bio-fertilizer, FYM)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Soil conditioning advice to restore fertility long-term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CROP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15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Should I Grow?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Scientific matching of seasonal conditions, agro-climatic factors, and profitability.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Multi-Factor Input Analysis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Agro-climatic Zone: Altitude, latitude, and regional rainfall patterns.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Soil Profile Compatibility: pH, drainage, depth, and NPK indices.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Seasonal Window: Kharif, Rabi, or Zaid crop cycles.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Water Availability: Rainfed vs canal vs borewell drip capacity.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Historical Mandi Trends: Projected demand and price realization.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Structured Recommendation Output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Recommended Crop: Specific crop variety tailored to farm profile.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Agronomic Rationale: Why this crop excels under current conditions.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Supporting Conditions: Required seed rate, spacing, and irrigation.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Risk Assessment: Vulnerability to pests and climate extremes.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Expected Yield Range: Realistic harvest output estimate.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MARKET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16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Know the Market Before You Sell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Crop ➔ Market Data ➔ Price Intelligence ➔ Better Selling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Live Mandi Feeds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Real-time prices from nearby APMC mandis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Min, Modal, and Max price per quintal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Distance-adjusted net realization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Price Trend Analysis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Weekly &amp; monthly market price trajectory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Arrival volume vs price elasticity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Predictive seasonality indicators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Optimal Selling Timing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Sell now vs store advisory based on trends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Comparison across 5 neighboring markets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Empowers farmers against middleman price suppression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17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Digital Farm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Eliminating paper records with a streamlined digital agricultural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Farm &amp; Parcel Profile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Digitizes land boundaries, acreage, soil types, and water infrastructure across all plots.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Crop Record Ledger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Tracks sowing dates, seed varieties, germination rates, and expected harvest targets.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Field Activity Records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Maintains chronological logs of tillage, sowing, spraying, weeding, and fertigation.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Lifecycle Milestone Tracking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Visual progress bar of crop phenology stages from emergence to physiological maturity.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Automated Reminders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Proactive alerts for upcoming spray schedules, water turns, and inspection routines.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Historical Farm Archive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Past season yields, input expenses, and profitability records for continuous learning.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FIELD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18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Daily Field Activity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A dynamic interactive task manager keeping field teams synchronized.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Today's Active Farm Tasks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[✓] 06:00 AM — Run Zone A drip irrigation (Completed)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[✓] 07:30 AM — Visual scouting for leaf hopper insects (Completed)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[➔] 10:00 AM — Foliar Micronutrient spray on Block 2 (In Progress)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[ ] 03:00 PM — Soil moisture sensor data sync (Scheduled)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[ ] 05:30 PM — Tractor diesel check &amp; air filter clean (Pending)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— Ensures no critical agricultural intervention is missed or delayed.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Checklist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Role-Based Delegation: Assign tasks to farm workers with SMS/push notification.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Time-Stamped Completion: Verifies when and where farm inputs were applied.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Progress Analytics: Visual percentage completion bar for daily farm goals.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Smart Priority Sorting: Urgency dynamically adjusted by real-time weather forecasts.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Audit Trail: Essential for organic farming and export quality certification.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19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Equipment &amp; Machinery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Equipment ➔ Usage ➔ Maintenance ➔ Proactive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Equipment Digital Registry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Tractors, tillers, boom sprayers, pumps &amp; drip filters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Model, purchase year, horsepower &amp; warranty status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Tool attachments and implements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Usage &amp; Telematics Tracking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Engine operational hours tracking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Fuel consumption and diesel efficiency monitoring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Seasonal wear-and-tear calculations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Maintenance Schedules &amp; Alerts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Proactive oil change and grease point reminders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Pre-season overhaul alerts before harvest peaks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Avoids costly breakdown delays during tight sowing windows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20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Connecting Farmers to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Farmer ➔ Crop Production ➔ Quality ➔ Market ➔ Buyer ➔ Fair Sale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Production &amp; Harvest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Harvest volume estimation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Batch traceability from field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Post-harvest sorting protocols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Quality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Grade A/B/C standardization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Moisture percentage validation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Pesticide residue safety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Direct Buyer Matching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Direct connect with food processors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Wholesale aggregators &amp; retail chains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Eliminates 3-4 predatory middlemen layers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Transparent Logistics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Cold chain &amp; transport coordination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Live transit tracking to delivery hub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Guaranteed digital escrow payouts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21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Digital Agricultural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A two-way unified trade network for farm produce and agricultural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Sell Side: Farm Produce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Direct Produce Listings: Farmers post harvested grains, fruits, and vegetables.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Price Discovery: Market-benchmarked pricing prevents distress selling.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Bulk Procurement: Connects agricultural cooperatives with institutional buyers.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Escrow Payment Protection: Ensures farmers are paid immediately upon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Buy Side: Agricultural Inputs &amp; Services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Certified Seeds &amp; Fertilizers: Verified authentic inputs directly from suppliers.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Rental Equipment: Access heavy harvesters and drones on pay-per-acre models.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Agronomy Services: On-demand soil testing and drone spraying services.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Transparent Reviews: Verified farmer ratings on agricultural suppliers.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ANIMAL HUSBANDRY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22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Beyond Crop Farming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Comprehensive digital management for dairy cattle, livestock health, and milk yields.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Animal Profiles &amp; RFID Tagging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Individual cattle records &amp; breed identification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Age, lactation cycle, and pedigree history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Digital tagging of dairy herds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Feed &amp; Nutritional Optimization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Daily green and dry fodder intake planning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Concentrate and mineral mixture schedules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Nutritional balancing to maximize milk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Health &amp; Productivity Monitoring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Vaccination &amp; deworming calendar alerts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Artificial insemination (AI) heat cycle tracking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Daily milk yield recording &amp; mastitis detection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REMOTE SENSING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23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Farm Intelligence From Above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Satellite/Drone Data ➔ AI Analysis ➔ Field Insights ➔ Farmer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Multispectral Satellite Imagery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Sentinel &amp; Landsat vegetation indices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NDVI (Normalized Difference Vegetation Index) maps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NDRE &amp; EVI for deep canopy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High-Res Drone Orthomosaics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Centimeter-level aerial field scouting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Early weed patch identification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Crop lodging and flood damage 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Macro-to-Micro Actionable Insights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Identifies hidden nutrient deficiency zones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Detects irrigation pipe leaks and dry spots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Directs ground scouting only where needed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REGENERATIVE AGRONOMY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24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Smarter Farming. Sustainable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Data-driven stewardship conserving resources for the next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Water Stewardship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Precision drip timing stops aquifer depletion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Zero over-irrigation preserves soil aeration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Rainwater harvesting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Reduced Chemical Inputs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Targeted spot-spraying replaces blanket pesticide bombing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Calculated NPK limits prevent nitrate runoff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Biological &amp; neem-based pest control prioritization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Soil Regeneration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Cover cropping and crop rotation recommendations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Organic matter &amp; humus restoration pathways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Long-term soil microbiome health tracking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FINANCIAL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25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Agricultural Financial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De-risking farm operations through institutional credit readiness and insurance awareness.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Credit Score &amp; Kisan Credit (KCC)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Digital farm activity ledger proves creditworthiness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Simplifies institutional bank loan paperwork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Reduces reliance on exploitative local moneylenders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Crop Insurance (PMFBY / Micro-insurance)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Educates farmers on claim deadlines and crop coverage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Geo-tagged weather and satellite proof for fast claims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Simplifies drought and hail damage assessment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Input Cost &amp; Margin Forecasting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Per-acre cost of cultivation calculator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Tracks operational expenses vs projected revenues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Supports strategic business decisions for farm families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DATA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26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 Into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Turning farm telemetry and historical records into clear visual business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Farm Yield Trends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Year-on-year crop productivity comparison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Benchmarking against regional taluk averages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Variety performance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2687" y="185623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Resource Efficiency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Liters of irrigation applied per kilogram produced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Fertilizer utilization efficiency percentage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Diesel &amp; labor cost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Market Price Volatility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Historical mandi pricing curves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Optimal selling month identification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Realized margin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2687" y="4325112"/>
            <a:ext cx="4882896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AI Diagnostic Patterns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Prevalent seasonal pest outbreak timelines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Soil pH shift trajectory across 3 years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Predictive maintenance schedule accuracy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27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Proactive Agricultural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Detect ➔ Analyze ➔ Alert ➔ Act: Preventing farm losses before they happen.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01. Continuous Detection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Real-time sensor threshold triggers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Satellite anomaly detection feeds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Sudden weather radar storm alerts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Mandi market price spike/dip triggers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02. Contextual AI Analysis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Evaluates impact specifically on farmer's crop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Filters noise to avoid notification fatigue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Calculates time window available for farmer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03. Multi-Channel Alert Delivery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High-priority push notifications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Native audio voice alerts in regional languages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SMS alerts for low-connectivity offline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04. Guided Immediate Action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Exact step-by-step mitigation instructions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Direct link to relevant equipment/spray checklist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Follow-up verification check scheduled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28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How AgriOne Works – Complete User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An intuitive 11-step journey connecting login to tangible farm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691640" cy="164592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1. Farmer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1920240"/>
            <a:ext cx="1691640" cy="164592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2. Language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920240"/>
            <a:ext cx="1691640" cy="164592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3. Farm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920240"/>
            <a:ext cx="1691640" cy="164592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4. Farm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1920240"/>
            <a:ext cx="1691640" cy="164592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5. Dashboard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920240"/>
            <a:ext cx="1691640" cy="164592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6. Data Aggregation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2057400" cy="164592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7. AI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3931920"/>
            <a:ext cx="2057400" cy="164592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8. Rule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3931920"/>
            <a:ext cx="2057400" cy="164592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9. Actionable Advice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2904" y="3931920"/>
            <a:ext cx="2057400" cy="164592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10. Farmer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3931920"/>
            <a:ext cx="2057400" cy="164592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11. Data Feedback Loop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29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AgriOne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A robust, scalable, enterprise-grade layered technical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728655" cy="658368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50" b="1">
                <a:solidFill>
                  <a:srgbClr val="06B6D4"/>
                </a:solidFill>
                <a:latin typeface="Segoe UI"/>
              </a:defRPr>
            </a:pPr>
            <a:r>
              <a:t>Layer 1: Frontend UI/UX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Responsive Web App • Multilingual UI • Voice I/O Engine • Telemetry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59736"/>
            <a:ext cx="10728655" cy="658368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Layer 2: Backend &amp; APIs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Python Backend Architecture • FastAPI / REST Services • JWT Auth • Task Queue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27832"/>
            <a:ext cx="10728655" cy="658368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50" b="1">
                <a:solidFill>
                  <a:srgbClr val="34D399"/>
                </a:solidFill>
                <a:latin typeface="Segoe UI"/>
              </a:defRPr>
            </a:pPr>
            <a:r>
              <a:t>Layer 3: AI Intelligence Layer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Computer Vision Disease Classifier • LLM Agronomy Assistant • Multilingual ASR &amp; TTS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95928"/>
            <a:ext cx="10728655" cy="658368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Layer 4: Agronomic Rule Engine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Calculated Soil Equations • Water Infiltration Rules • Chemical Dosage Guardrails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64024"/>
            <a:ext cx="10728655" cy="658368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Layer 5: Unified Data Layer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Farmer Profiles • Sensor Telemetry • Geospatial Polygons • Mandi Price Time-Series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728655" cy="658368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50" b="1">
                <a:solidFill>
                  <a:srgbClr val="06B6D4"/>
                </a:solidFill>
                <a:latin typeface="Segoe UI"/>
              </a:defRPr>
            </a:pPr>
            <a:r>
              <a:t>Layer 6: External Integrations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Meteorological Weather APIs • Satellite NDVI Feeds • Mandi APMC APIs • Location Services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TECHNICAL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30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AgriOne Is More Than a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The critical distinction between generic AI talk and validated agronomic decision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The Role of the AI Layer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Understands natural, unstructured farmer language across multiple dialects.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Interprets messy camera images of infected crop leaves.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Extracts farmer intent: crop variety, symptom description, field stage.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Synthesizes conversational voice and regional text replies.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Limitation alone: LLMs can hallucinate doses or ignore regional soil laws.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The Role of the Rule Engine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Validates agronomic rules: checks maximum chemical toxicity thresholds.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Executes exact mathematical calculations for irrigation liters and fertilizer kg/acre.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Enforces agro-climatic boundaries: never suggests frost crops in tropical heat.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Grounds the AI: Prevents harmful advice, ensuring 100% safe farm operations.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Combined Result: AgriOne provides reliable, verifiable decision support.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31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AgriOne?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“AgriOne converts fragmented agricultural data into practical farming decisions.”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Unified Ecosystem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Consolidates 18 agricultural tools into one cohesive platform instead of 10 isolated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AI + Rule Engine Fusion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Marries conversational NLP with strict mathematical agronomy for 100% verified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Voice-First &amp; Multilingual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Fully usable by farmers of all literacy levels in their native regional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Camera-Based Diagnostics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Live leaf image scanning for rapid, laboratory-grade disease detection.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Hyper-Local Weather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Transforms abstract weather data into exact irrigation and spraying schedules.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4160520"/>
            <a:ext cx="3429000" cy="219456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4325112"/>
            <a:ext cx="3099816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Complete Farm Lifecycle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Guides farmers from soil preparation to mandi sale and livestock management.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VALUE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32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Impact of AgriOne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Delivering measurable transformation across individual livelihoods and national agriculture.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Tangible Impact For Farmers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Better Decisions: Science-backed crop selection and precise fertilization.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Reduced Uncertainty: Eliminates guesswork around weather and pest damage.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Cost Reduction: Cuts fertilizer waste and diesel consumption significantly.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Market Transparency: Prevents middleman exploitation, increasing net income.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Accessibility: Voice interaction in native tongue empowers all farmers.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Systemic Impact For Agriculture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Water Conservation: Protects depleting aquifers through smart drip schedules.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Soil Preservation: Mitigates soil salinization and toxic chemical runoff.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Data-Driven Agronomy: Accelerates adoption of modern digital techniques.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Enhanced Food Security: Reduces post-harvest losses and disease crop failure.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Sustainable Future: Builds resilient farms adaptable to changing climates.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33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Traditional Farming vs AgriOne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The fundamental shift from fragmented intuition to data-guided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2D1414"/>
          </a:solidFill>
          <a:ln w="127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882896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Traditional Farming (The Past)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Fragmented Information: Scattered across gossip, TV news, and guesswork.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Manual Paper Tracking: Lost spray dates, forgotten water turns, no records.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Delayed Decisions: Pest damage only treated after half the field is ruined.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Opaque Market Prices: Forced to accept lowest prices offered by local buyers.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High Language Barrier: Technical research inaccessible to regional speakers.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Reactive Mindset: Constantly scrambling to respond to farm crises.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122C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4913071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AgriOne Platform (The Future)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Unified Intelligence: Weather, soil, crops, and markets in one command hub.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Automated Digital Ledger: Real-time checklists and historical telemetry.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Instant AI Diagnostics: Leaf image scan catches infections within seconds.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Live Mandi Comparison: Benchmarks multiple APMC prices for highest profit.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Native Voice &amp; Multilingual: Fluid interaction in farmer's everyday language.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Proactive Predictive Approach: Early warnings avert damage before it occurs.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AGRIONE •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"/>
            <a:ext cx="18589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Segoe UI"/>
              </a:defRPr>
            </a:pPr>
            <a:r>
              <a:t>SLIDE 34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Future of AgriOne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Clearly defined Future Scope – Planned extensions for next project phases.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IoT &amp; Autonomous Automation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Hardware soil probe integration (LoRaWAN &amp; NB-IoT)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Automated solenoid irrigation valve control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Solar-powered weather station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Advanced Aerial Analytics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Autonomous drone swarm crop spraying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High-frequency synthetic aperture radar (SAR) satellite data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Hyper-spectral plant stress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Predictive AI Models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Machine-learning yield forecasting per acre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Deep learning multi-week mandi price forecasting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Regional pest infestation epidemic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91640"/>
            <a:ext cx="2542032" cy="4663440"/>
          </a:xfrm>
          <a:prstGeom prst="roundRect">
            <a:avLst/>
          </a:prstGeom>
          <a:solidFill>
            <a:srgbClr val="0E221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856232"/>
            <a:ext cx="2212848" cy="4334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Policy &amp; Ecosystem Extension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Direct government subsidy &amp; scheme integration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Decentralized peer-to-peer farmer community forums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Automated smart-contract micro-insurance payouts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22C2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AGRIONE • CONCLUSION &amp; VISION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2400" b="1">
                <a:solidFill>
                  <a:srgbClr val="F8FAFC"/>
                </a:solidFill>
                <a:latin typeface="Segoe UI"/>
              </a:defRPr>
            </a:pPr>
            <a:r>
              <a:t>One Platform.  Multiple Agricultural Intelligence Systems.  One Smarter Farming Ecosystem.</a:t>
            </a:r>
          </a:p>
          <a:p>
            <a:pPr>
              <a:spcAft>
                <a:spcPts val="2000"/>
              </a:spcAft>
              <a:defRPr sz="1600" i="1">
                <a:solidFill>
                  <a:srgbClr val="06B6D4"/>
                </a:solidFill>
                <a:latin typeface="Segoe UI"/>
              </a:defRPr>
            </a:pPr>
            <a:r>
              <a:t>“AgriOne aims to empower farmers with accessible, intelligent and actionable agricultural technology — transforming raw data into better decisions and better decisions into a sustainable, prosperous agricultural future.”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By bridging multimodal AI with rule-based agronomy, voice accessibility, and market transparency, AgriOne stands as a comprehensive digital companion for modern agriculture.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E2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THANK YOU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AgriOne – AI-Powered Intelligence for Smarter Farming.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TEAM: SILENT CODERS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  <a:latin typeface="Segoe UI"/>
              </a:defRPr>
            </a:pPr>
            <a:r>
              <a:t>• Iyaan Nagari  (Team Leader)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Bhuvan Kadakabhavi  (Team Member)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Jafar Momin  (Team Member)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• Aiman Nadaf  (Team Member)</a:t>
            </a:r>
          </a:p>
          <a:p>
            <a:br/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Questions &amp; Technical Discussion Welcomed.</a:t>
            </a:r>
          </a:p>
        </p:txBody>
      </p:sp>
      <p:pic>
        <p:nvPicPr>
          <p:cNvPr id="4" name="Picture 3" descr="silent_coder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